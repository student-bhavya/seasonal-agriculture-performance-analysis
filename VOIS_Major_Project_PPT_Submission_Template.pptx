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998DE6-DCC4-4DBC-8FD6-A021B3DF2F17}" v="169" dt="2026-09-05T18:31:07.748"/>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vya sri seereddy" userId="e781fd1134a95a12" providerId="LiveId" clId="{5DF4DC73-FC7B-4A2A-9ADA-958683CA12F9}"/>
    <pc:docChg chg="undo custSel modSld modMainMaster">
      <pc:chgData name="Bhavya sri seereddy" userId="e781fd1134a95a12" providerId="LiveId" clId="{5DF4DC73-FC7B-4A2A-9ADA-958683CA12F9}" dt="2026-09-05T18:32:24.609" v="430" actId="1076"/>
      <pc:docMkLst>
        <pc:docMk/>
      </pc:docMkLst>
      <pc:sldChg chg="delSp modSp mod modAnim">
        <pc:chgData name="Bhavya sri seereddy" userId="e781fd1134a95a12" providerId="LiveId" clId="{5DF4DC73-FC7B-4A2A-9ADA-958683CA12F9}" dt="2026-09-05T17:18:41.422" v="141" actId="1076"/>
        <pc:sldMkLst>
          <pc:docMk/>
          <pc:sldMk cId="1341901065" sldId="302"/>
        </pc:sldMkLst>
        <pc:spChg chg="mod">
          <ac:chgData name="Bhavya sri seereddy" userId="e781fd1134a95a12" providerId="LiveId" clId="{5DF4DC73-FC7B-4A2A-9ADA-958683CA12F9}" dt="2026-09-05T17:18:41.422" v="141" actId="1076"/>
          <ac:spMkLst>
            <pc:docMk/>
            <pc:sldMk cId="1341901065" sldId="302"/>
            <ac:spMk id="7" creationId="{B21C28F5-3CA3-4B78-B5C9-550C00BB3174}"/>
          </ac:spMkLst>
        </pc:spChg>
        <pc:picChg chg="del">
          <ac:chgData name="Bhavya sri seereddy" userId="e781fd1134a95a12" providerId="LiveId" clId="{5DF4DC73-FC7B-4A2A-9ADA-958683CA12F9}" dt="2026-09-05T17:17:27.792" v="138" actId="478"/>
          <ac:picMkLst>
            <pc:docMk/>
            <pc:sldMk cId="1341901065" sldId="302"/>
            <ac:picMk id="2" creationId="{F1FC3E39-8C60-4F64-9838-2A683F25B8C4}"/>
          </ac:picMkLst>
        </pc:picChg>
      </pc:sldChg>
      <pc:sldChg chg="modSp mod">
        <pc:chgData name="Bhavya sri seereddy" userId="e781fd1134a95a12" providerId="LiveId" clId="{5DF4DC73-FC7B-4A2A-9ADA-958683CA12F9}" dt="2026-09-05T18:32:24.609" v="430" actId="1076"/>
        <pc:sldMkLst>
          <pc:docMk/>
          <pc:sldMk cId="3401748718" sldId="304"/>
        </pc:sldMkLst>
        <pc:spChg chg="mod">
          <ac:chgData name="Bhavya sri seereddy" userId="e781fd1134a95a12" providerId="LiveId" clId="{5DF4DC73-FC7B-4A2A-9ADA-958683CA12F9}" dt="2026-09-05T18:32:24.609" v="430" actId="1076"/>
          <ac:spMkLst>
            <pc:docMk/>
            <pc:sldMk cId="3401748718" sldId="304"/>
            <ac:spMk id="3" creationId="{D88C20CF-C1EE-4092-B52D-FD4AB2AB2508}"/>
          </ac:spMkLst>
        </pc:spChg>
        <pc:spChg chg="mod">
          <ac:chgData name="Bhavya sri seereddy" userId="e781fd1134a95a12" providerId="LiveId" clId="{5DF4DC73-FC7B-4A2A-9ADA-958683CA12F9}" dt="2026-09-05T18:31:53.464" v="428" actId="14100"/>
          <ac:spMkLst>
            <pc:docMk/>
            <pc:sldMk cId="3401748718" sldId="304"/>
            <ac:spMk id="12" creationId="{BC277FD7-925B-4C3D-A364-118403201507}"/>
          </ac:spMkLst>
        </pc:spChg>
        <pc:spChg chg="mod">
          <ac:chgData name="Bhavya sri seereddy" userId="e781fd1134a95a12" providerId="LiveId" clId="{5DF4DC73-FC7B-4A2A-9ADA-958683CA12F9}" dt="2026-09-05T18:31:38.704" v="426" actId="1076"/>
          <ac:spMkLst>
            <pc:docMk/>
            <pc:sldMk cId="3401748718" sldId="304"/>
            <ac:spMk id="31" creationId="{97AB1F14-3A1E-4057-A473-9975BA59F012}"/>
          </ac:spMkLst>
        </pc:spChg>
      </pc:sldChg>
      <pc:sldChg chg="modSp mod">
        <pc:chgData name="Bhavya sri seereddy" userId="e781fd1134a95a12" providerId="LiveId" clId="{5DF4DC73-FC7B-4A2A-9ADA-958683CA12F9}" dt="2026-09-05T17:03:57.651" v="133" actId="20577"/>
        <pc:sldMkLst>
          <pc:docMk/>
          <pc:sldMk cId="3696770303" sldId="315"/>
        </pc:sldMkLst>
        <pc:spChg chg="mod">
          <ac:chgData name="Bhavya sri seereddy" userId="e781fd1134a95a12" providerId="LiveId" clId="{5DF4DC73-FC7B-4A2A-9ADA-958683CA12F9}" dt="2026-09-05T17:03:57.651" v="133" actId="20577"/>
          <ac:spMkLst>
            <pc:docMk/>
            <pc:sldMk cId="3696770303" sldId="315"/>
            <ac:spMk id="3" creationId="{EBF2FBC7-3552-4F01-BB27-8BEEE74F7277}"/>
          </ac:spMkLst>
        </pc:spChg>
      </pc:sldChg>
      <pc:sldChg chg="addSp modSp mod">
        <pc:chgData name="Bhavya sri seereddy" userId="e781fd1134a95a12" providerId="LiveId" clId="{5DF4DC73-FC7B-4A2A-9ADA-958683CA12F9}" dt="2026-09-05T16:53:11.858" v="122" actId="1076"/>
        <pc:sldMkLst>
          <pc:docMk/>
          <pc:sldMk cId="3098548442" sldId="327"/>
        </pc:sldMkLst>
        <pc:spChg chg="mod">
          <ac:chgData name="Bhavya sri seereddy" userId="e781fd1134a95a12" providerId="LiveId" clId="{5DF4DC73-FC7B-4A2A-9ADA-958683CA12F9}" dt="2026-09-05T16:53:11.858" v="122" actId="1076"/>
          <ac:spMkLst>
            <pc:docMk/>
            <pc:sldMk cId="3098548442" sldId="327"/>
            <ac:spMk id="2" creationId="{E46E4DD1-270B-4C80-AFF0-EB26F132AF36}"/>
          </ac:spMkLst>
        </pc:spChg>
        <pc:spChg chg="add mod">
          <ac:chgData name="Bhavya sri seereddy" userId="e781fd1134a95a12" providerId="LiveId" clId="{5DF4DC73-FC7B-4A2A-9ADA-958683CA12F9}" dt="2026-09-05T16:48:43.024" v="96"/>
          <ac:spMkLst>
            <pc:docMk/>
            <pc:sldMk cId="3098548442" sldId="327"/>
            <ac:spMk id="3" creationId="{F772D276-E1F3-F75E-C433-F0C54F8FCEF2}"/>
          </ac:spMkLst>
        </pc:spChg>
      </pc:sldChg>
      <pc:sldChg chg="modSp mod modAnim">
        <pc:chgData name="Bhavya sri seereddy" userId="e781fd1134a95a12" providerId="LiveId" clId="{5DF4DC73-FC7B-4A2A-9ADA-958683CA12F9}" dt="2026-09-05T17:13:40.715" v="136" actId="1076"/>
        <pc:sldMkLst>
          <pc:docMk/>
          <pc:sldMk cId="48075006" sldId="329"/>
        </pc:sldMkLst>
        <pc:spChg chg="mod">
          <ac:chgData name="Bhavya sri seereddy" userId="e781fd1134a95a12" providerId="LiveId" clId="{5DF4DC73-FC7B-4A2A-9ADA-958683CA12F9}" dt="2026-09-05T17:13:40.715" v="136" actId="1076"/>
          <ac:spMkLst>
            <pc:docMk/>
            <pc:sldMk cId="48075006" sldId="329"/>
            <ac:spMk id="2" creationId="{664E3B60-2780-459A-8583-F095D5E7463A}"/>
          </ac:spMkLst>
        </pc:spChg>
      </pc:sldChg>
      <pc:sldChg chg="modSp mod modAnim">
        <pc:chgData name="Bhavya sri seereddy" userId="e781fd1134a95a12" providerId="LiveId" clId="{5DF4DC73-FC7B-4A2A-9ADA-958683CA12F9}" dt="2026-09-05T16:45:23.673" v="93" actId="27636"/>
        <pc:sldMkLst>
          <pc:docMk/>
          <pc:sldMk cId="1604013440" sldId="338"/>
        </pc:sldMkLst>
        <pc:spChg chg="mod">
          <ac:chgData name="Bhavya sri seereddy" userId="e781fd1134a95a12" providerId="LiveId" clId="{5DF4DC73-FC7B-4A2A-9ADA-958683CA12F9}" dt="2026-09-05T16:45:23.673" v="93" actId="27636"/>
          <ac:spMkLst>
            <pc:docMk/>
            <pc:sldMk cId="1604013440" sldId="338"/>
            <ac:spMk id="2" creationId="{7201737A-B873-4D1D-8A41-5ABF5184BC8F}"/>
          </ac:spMkLst>
        </pc:spChg>
        <pc:spChg chg="mod">
          <ac:chgData name="Bhavya sri seereddy" userId="e781fd1134a95a12" providerId="LiveId" clId="{5DF4DC73-FC7B-4A2A-9ADA-958683CA12F9}" dt="2026-09-05T16:40:24.745" v="84" actId="1076"/>
          <ac:spMkLst>
            <pc:docMk/>
            <pc:sldMk cId="1604013440" sldId="338"/>
            <ac:spMk id="3" creationId="{17F04107-8754-E47D-3375-529E689711FA}"/>
          </ac:spMkLst>
        </pc:spChg>
        <pc:spChg chg="mod">
          <ac:chgData name="Bhavya sri seereddy" userId="e781fd1134a95a12" providerId="LiveId" clId="{5DF4DC73-FC7B-4A2A-9ADA-958683CA12F9}" dt="2026-09-05T16:36:47.075" v="5" actId="1076"/>
          <ac:spMkLst>
            <pc:docMk/>
            <pc:sldMk cId="1604013440" sldId="338"/>
            <ac:spMk id="4" creationId="{92056599-CDAA-4367-BEF8-31D6E32518C8}"/>
          </ac:spMkLst>
        </pc:spChg>
      </pc:sldChg>
      <pc:sldChg chg="addSp modSp mod modAnim">
        <pc:chgData name="Bhavya sri seereddy" userId="e781fd1134a95a12" providerId="LiveId" clId="{5DF4DC73-FC7B-4A2A-9ADA-958683CA12F9}" dt="2026-09-05T17:34:36.570" v="198" actId="1076"/>
        <pc:sldMkLst>
          <pc:docMk/>
          <pc:sldMk cId="1086225493" sldId="339"/>
        </pc:sldMkLst>
        <pc:spChg chg="mod">
          <ac:chgData name="Bhavya sri seereddy" userId="e781fd1134a95a12" providerId="LiveId" clId="{5DF4DC73-FC7B-4A2A-9ADA-958683CA12F9}" dt="2026-09-05T17:34:36.570" v="198" actId="1076"/>
          <ac:spMkLst>
            <pc:docMk/>
            <pc:sldMk cId="1086225493" sldId="339"/>
            <ac:spMk id="10" creationId="{B19D8AC7-3787-4ADB-9212-0808F015C2DD}"/>
          </ac:spMkLst>
        </pc:spChg>
        <pc:spChg chg="add mod">
          <ac:chgData name="Bhavya sri seereddy" userId="e781fd1134a95a12" providerId="LiveId" clId="{5DF4DC73-FC7B-4A2A-9ADA-958683CA12F9}" dt="2026-09-05T17:33:41.625" v="194" actId="255"/>
          <ac:spMkLst>
            <pc:docMk/>
            <pc:sldMk cId="1086225493" sldId="339"/>
            <ac:spMk id="11" creationId="{349631DB-BE6D-22B1-93BF-5E635E296BD7}"/>
          </ac:spMkLst>
        </pc:spChg>
        <pc:picChg chg="add mod">
          <ac:chgData name="Bhavya sri seereddy" userId="e781fd1134a95a12" providerId="LiveId" clId="{5DF4DC73-FC7B-4A2A-9ADA-958683CA12F9}" dt="2026-09-05T17:32:20.820" v="179" actId="1076"/>
          <ac:picMkLst>
            <pc:docMk/>
            <pc:sldMk cId="1086225493" sldId="339"/>
            <ac:picMk id="3" creationId="{CA63FDFA-59FD-2BC1-2391-5DDA7F9791CE}"/>
          </ac:picMkLst>
        </pc:picChg>
        <pc:picChg chg="add mod">
          <ac:chgData name="Bhavya sri seereddy" userId="e781fd1134a95a12" providerId="LiveId" clId="{5DF4DC73-FC7B-4A2A-9ADA-958683CA12F9}" dt="2026-09-05T17:33:24.907" v="192" actId="1076"/>
          <ac:picMkLst>
            <pc:docMk/>
            <pc:sldMk cId="1086225493" sldId="339"/>
            <ac:picMk id="9" creationId="{6B6A2D8D-ABF5-C6C7-7C79-94EF741735C3}"/>
          </ac:picMkLst>
        </pc:picChg>
      </pc:sldChg>
      <pc:sldChg chg="addSp modSp mod modAnim">
        <pc:chgData name="Bhavya sri seereddy" userId="e781fd1134a95a12" providerId="LiveId" clId="{5DF4DC73-FC7B-4A2A-9ADA-958683CA12F9}" dt="2026-09-05T17:38:08.837" v="213" actId="1076"/>
        <pc:sldMkLst>
          <pc:docMk/>
          <pc:sldMk cId="3849627828" sldId="340"/>
        </pc:sldMkLst>
        <pc:spChg chg="mod">
          <ac:chgData name="Bhavya sri seereddy" userId="e781fd1134a95a12" providerId="LiveId" clId="{5DF4DC73-FC7B-4A2A-9ADA-958683CA12F9}" dt="2026-09-05T17:38:08.837" v="213" actId="1076"/>
          <ac:spMkLst>
            <pc:docMk/>
            <pc:sldMk cId="3849627828" sldId="340"/>
            <ac:spMk id="8" creationId="{0E149068-B429-662F-714A-0DD8CE171A51}"/>
          </ac:spMkLst>
        </pc:spChg>
        <pc:spChg chg="mod">
          <ac:chgData name="Bhavya sri seereddy" userId="e781fd1134a95a12" providerId="LiveId" clId="{5DF4DC73-FC7B-4A2A-9ADA-958683CA12F9}" dt="2026-09-05T17:37:48.877" v="211" actId="1076"/>
          <ac:spMkLst>
            <pc:docMk/>
            <pc:sldMk cId="3849627828" sldId="340"/>
            <ac:spMk id="10" creationId="{3A64DB11-806F-1A4C-E0D5-D745D29CED50}"/>
          </ac:spMkLst>
        </pc:spChg>
        <pc:picChg chg="add mod">
          <ac:chgData name="Bhavya sri seereddy" userId="e781fd1134a95a12" providerId="LiveId" clId="{5DF4DC73-FC7B-4A2A-9ADA-958683CA12F9}" dt="2026-09-05T17:36:25.694" v="202" actId="1076"/>
          <ac:picMkLst>
            <pc:docMk/>
            <pc:sldMk cId="3849627828" sldId="340"/>
            <ac:picMk id="3" creationId="{D53FB5C7-7B3E-7B7B-8818-0603D0098285}"/>
          </ac:picMkLst>
        </pc:picChg>
        <pc:picChg chg="add mod">
          <ac:chgData name="Bhavya sri seereddy" userId="e781fd1134a95a12" providerId="LiveId" clId="{5DF4DC73-FC7B-4A2A-9ADA-958683CA12F9}" dt="2026-09-05T17:36:49.273" v="207" actId="1076"/>
          <ac:picMkLst>
            <pc:docMk/>
            <pc:sldMk cId="3849627828" sldId="340"/>
            <ac:picMk id="9" creationId="{8BCBA181-37DC-199D-A44B-6015D435C5FA}"/>
          </ac:picMkLst>
        </pc:picChg>
      </pc:sldChg>
      <pc:sldChg chg="addSp delSp modSp mod modAnim">
        <pc:chgData name="Bhavya sri seereddy" userId="e781fd1134a95a12" providerId="LiveId" clId="{5DF4DC73-FC7B-4A2A-9ADA-958683CA12F9}" dt="2026-09-05T17:59:20.477" v="380" actId="14100"/>
        <pc:sldMkLst>
          <pc:docMk/>
          <pc:sldMk cId="776828144" sldId="341"/>
        </pc:sldMkLst>
        <pc:spChg chg="add del mod">
          <ac:chgData name="Bhavya sri seereddy" userId="e781fd1134a95a12" providerId="LiveId" clId="{5DF4DC73-FC7B-4A2A-9ADA-958683CA12F9}" dt="2026-09-05T17:55:00.518" v="334"/>
          <ac:spMkLst>
            <pc:docMk/>
            <pc:sldMk cId="776828144" sldId="341"/>
            <ac:spMk id="2" creationId="{0067BC7A-EDF6-518A-0F30-A63673049E49}"/>
          </ac:spMkLst>
        </pc:spChg>
        <pc:spChg chg="add del mod">
          <ac:chgData name="Bhavya sri seereddy" userId="e781fd1134a95a12" providerId="LiveId" clId="{5DF4DC73-FC7B-4A2A-9ADA-958683CA12F9}" dt="2026-09-05T17:55:05.485" v="337"/>
          <ac:spMkLst>
            <pc:docMk/>
            <pc:sldMk cId="776828144" sldId="341"/>
            <ac:spMk id="3" creationId="{42358210-CA5A-8A1B-5707-F67E5234B9B1}"/>
          </ac:spMkLst>
        </pc:spChg>
        <pc:spChg chg="mod">
          <ac:chgData name="Bhavya sri seereddy" userId="e781fd1134a95a12" providerId="LiveId" clId="{5DF4DC73-FC7B-4A2A-9ADA-958683CA12F9}" dt="2026-09-05T17:59:20.477" v="380" actId="14100"/>
          <ac:spMkLst>
            <pc:docMk/>
            <pc:sldMk cId="776828144" sldId="341"/>
            <ac:spMk id="8" creationId="{2C8A8B73-0C64-E012-F561-D7FE5E322230}"/>
          </ac:spMkLst>
        </pc:spChg>
      </pc:sldChg>
      <pc:sldChg chg="addSp modSp mod">
        <pc:chgData name="Bhavya sri seereddy" userId="e781fd1134a95a12" providerId="LiveId" clId="{5DF4DC73-FC7B-4A2A-9ADA-958683CA12F9}" dt="2026-09-05T18:05:41.140" v="383" actId="1076"/>
        <pc:sldMkLst>
          <pc:docMk/>
          <pc:sldMk cId="3962802212" sldId="343"/>
        </pc:sldMkLst>
        <pc:picChg chg="add mod">
          <ac:chgData name="Bhavya sri seereddy" userId="e781fd1134a95a12" providerId="LiveId" clId="{5DF4DC73-FC7B-4A2A-9ADA-958683CA12F9}" dt="2026-09-05T18:05:41.140" v="383" actId="1076"/>
          <ac:picMkLst>
            <pc:docMk/>
            <pc:sldMk cId="3962802212" sldId="343"/>
            <ac:picMk id="3" creationId="{2E557538-AFAE-3935-D76D-1FA5BD10B05F}"/>
          </ac:picMkLst>
        </pc:picChg>
      </pc:sldChg>
      <pc:sldChg chg="addSp modSp mod modAnim">
        <pc:chgData name="Bhavya sri seereddy" userId="e781fd1134a95a12" providerId="LiveId" clId="{5DF4DC73-FC7B-4A2A-9ADA-958683CA12F9}" dt="2026-09-05T17:42:26.886" v="274" actId="1076"/>
        <pc:sldMkLst>
          <pc:docMk/>
          <pc:sldMk cId="1698901770" sldId="344"/>
        </pc:sldMkLst>
        <pc:spChg chg="mod">
          <ac:chgData name="Bhavya sri seereddy" userId="e781fd1134a95a12" providerId="LiveId" clId="{5DF4DC73-FC7B-4A2A-9ADA-958683CA12F9}" dt="2026-09-05T17:41:01.245" v="229" actId="1076"/>
          <ac:spMkLst>
            <pc:docMk/>
            <pc:sldMk cId="1698901770" sldId="344"/>
            <ac:spMk id="10" creationId="{B6E3B1C7-6A8B-23EE-6251-DC1067C6ADE9}"/>
          </ac:spMkLst>
        </pc:spChg>
        <pc:spChg chg="add mod">
          <ac:chgData name="Bhavya sri seereddy" userId="e781fd1134a95a12" providerId="LiveId" clId="{5DF4DC73-FC7B-4A2A-9ADA-958683CA12F9}" dt="2026-09-05T17:42:26.886" v="274" actId="1076"/>
          <ac:spMkLst>
            <pc:docMk/>
            <pc:sldMk cId="1698901770" sldId="344"/>
            <ac:spMk id="11" creationId="{B1AA1004-3AD6-171B-2C3C-F2FD95544AB8}"/>
          </ac:spMkLst>
        </pc:spChg>
        <pc:picChg chg="add mod">
          <ac:chgData name="Bhavya sri seereddy" userId="e781fd1134a95a12" providerId="LiveId" clId="{5DF4DC73-FC7B-4A2A-9ADA-958683CA12F9}" dt="2026-09-05T17:40:08.950" v="218" actId="14100"/>
          <ac:picMkLst>
            <pc:docMk/>
            <pc:sldMk cId="1698901770" sldId="344"/>
            <ac:picMk id="3" creationId="{D58BAAC1-79D8-3E10-DD80-0B7DBC599E2B}"/>
          </ac:picMkLst>
        </pc:picChg>
        <pc:picChg chg="add mod">
          <ac:chgData name="Bhavya sri seereddy" userId="e781fd1134a95a12" providerId="LiveId" clId="{5DF4DC73-FC7B-4A2A-9ADA-958683CA12F9}" dt="2026-09-05T17:40:36.874" v="225" actId="1076"/>
          <ac:picMkLst>
            <pc:docMk/>
            <pc:sldMk cId="1698901770" sldId="344"/>
            <ac:picMk id="9" creationId="{8FE1CEEA-2AE6-F3AC-7E00-7E7B06E989D2}"/>
          </ac:picMkLst>
        </pc:picChg>
      </pc:sldChg>
      <pc:sldChg chg="addSp modSp mod modAnim">
        <pc:chgData name="Bhavya sri seereddy" userId="e781fd1134a95a12" providerId="LiveId" clId="{5DF4DC73-FC7B-4A2A-9ADA-958683CA12F9}" dt="2026-09-05T17:49:41.544" v="305" actId="1076"/>
        <pc:sldMkLst>
          <pc:docMk/>
          <pc:sldMk cId="1903979828" sldId="345"/>
        </pc:sldMkLst>
        <pc:spChg chg="mod">
          <ac:chgData name="Bhavya sri seereddy" userId="e781fd1134a95a12" providerId="LiveId" clId="{5DF4DC73-FC7B-4A2A-9ADA-958683CA12F9}" dt="2026-09-05T17:49:41.544" v="305" actId="1076"/>
          <ac:spMkLst>
            <pc:docMk/>
            <pc:sldMk cId="1903979828" sldId="345"/>
            <ac:spMk id="8" creationId="{25A36120-3EFF-6A69-8D23-42BFD883ADDA}"/>
          </ac:spMkLst>
        </pc:spChg>
        <pc:spChg chg="mod">
          <ac:chgData name="Bhavya sri seereddy" userId="e781fd1134a95a12" providerId="LiveId" clId="{5DF4DC73-FC7B-4A2A-9ADA-958683CA12F9}" dt="2026-09-05T17:49:09.424" v="301" actId="1076"/>
          <ac:spMkLst>
            <pc:docMk/>
            <pc:sldMk cId="1903979828" sldId="345"/>
            <ac:spMk id="10" creationId="{2B7B89A1-9444-8322-CADC-42D31D698FA8}"/>
          </ac:spMkLst>
        </pc:spChg>
        <pc:picChg chg="add mod">
          <ac:chgData name="Bhavya sri seereddy" userId="e781fd1134a95a12" providerId="LiveId" clId="{5DF4DC73-FC7B-4A2A-9ADA-958683CA12F9}" dt="2026-09-05T17:48:18.836" v="291" actId="1076"/>
          <ac:picMkLst>
            <pc:docMk/>
            <pc:sldMk cId="1903979828" sldId="345"/>
            <ac:picMk id="3" creationId="{CB58EC97-91B3-4FF1-3082-D8033957ED53}"/>
          </ac:picMkLst>
        </pc:picChg>
        <pc:picChg chg="add mod">
          <ac:chgData name="Bhavya sri seereddy" userId="e781fd1134a95a12" providerId="LiveId" clId="{5DF4DC73-FC7B-4A2A-9ADA-958683CA12F9}" dt="2026-09-05T17:48:35.260" v="296" actId="1076"/>
          <ac:picMkLst>
            <pc:docMk/>
            <pc:sldMk cId="1903979828" sldId="345"/>
            <ac:picMk id="9" creationId="{3CD095C7-096B-E75F-9FB8-78880B4BBCC4}"/>
          </ac:picMkLst>
        </pc:picChg>
      </pc:sldChg>
      <pc:sldChg chg="addSp delSp modSp mod modAnim">
        <pc:chgData name="Bhavya sri seereddy" userId="e781fd1134a95a12" providerId="LiveId" clId="{5DF4DC73-FC7B-4A2A-9ADA-958683CA12F9}" dt="2026-09-05T17:53:29.963" v="328" actId="1076"/>
        <pc:sldMkLst>
          <pc:docMk/>
          <pc:sldMk cId="1421522261" sldId="346"/>
        </pc:sldMkLst>
        <pc:spChg chg="mod">
          <ac:chgData name="Bhavya sri seereddy" userId="e781fd1134a95a12" providerId="LiveId" clId="{5DF4DC73-FC7B-4A2A-9ADA-958683CA12F9}" dt="2026-09-05T17:28:48.257" v="150" actId="1076"/>
          <ac:spMkLst>
            <pc:docMk/>
            <pc:sldMk cId="1421522261" sldId="346"/>
            <ac:spMk id="4" creationId="{99E35150-35BD-1B1F-9A8C-890DBFDF3B54}"/>
          </ac:spMkLst>
        </pc:spChg>
        <pc:spChg chg="mod">
          <ac:chgData name="Bhavya sri seereddy" userId="e781fd1134a95a12" providerId="LiveId" clId="{5DF4DC73-FC7B-4A2A-9ADA-958683CA12F9}" dt="2026-09-05T17:52:57.817" v="322" actId="1076"/>
          <ac:spMkLst>
            <pc:docMk/>
            <pc:sldMk cId="1421522261" sldId="346"/>
            <ac:spMk id="10" creationId="{F85C769B-425A-FE3B-E47A-3B747985DC52}"/>
          </ac:spMkLst>
        </pc:spChg>
        <pc:spChg chg="add del mod">
          <ac:chgData name="Bhavya sri seereddy" userId="e781fd1134a95a12" providerId="LiveId" clId="{5DF4DC73-FC7B-4A2A-9ADA-958683CA12F9}" dt="2026-09-05T17:30:43.161" v="172"/>
          <ac:spMkLst>
            <pc:docMk/>
            <pc:sldMk cId="1421522261" sldId="346"/>
            <ac:spMk id="11" creationId="{7AD4495A-93B6-CAF2-CFE6-D6D1815B2156}"/>
          </ac:spMkLst>
        </pc:spChg>
        <pc:spChg chg="add mod">
          <ac:chgData name="Bhavya sri seereddy" userId="e781fd1134a95a12" providerId="LiveId" clId="{5DF4DC73-FC7B-4A2A-9ADA-958683CA12F9}" dt="2026-09-05T17:53:29.963" v="328" actId="1076"/>
          <ac:spMkLst>
            <pc:docMk/>
            <pc:sldMk cId="1421522261" sldId="346"/>
            <ac:spMk id="16" creationId="{921CC700-AC0E-DDF7-68D5-68F496824A1A}"/>
          </ac:spMkLst>
        </pc:spChg>
        <pc:picChg chg="add del mod">
          <ac:chgData name="Bhavya sri seereddy" userId="e781fd1134a95a12" providerId="LiveId" clId="{5DF4DC73-FC7B-4A2A-9ADA-958683CA12F9}" dt="2026-09-05T17:31:55.686" v="174" actId="478"/>
          <ac:picMkLst>
            <pc:docMk/>
            <pc:sldMk cId="1421522261" sldId="346"/>
            <ac:picMk id="3" creationId="{0D745179-32B8-A085-1307-191115B35312}"/>
          </ac:picMkLst>
        </pc:picChg>
        <pc:picChg chg="add del mod">
          <ac:chgData name="Bhavya sri seereddy" userId="e781fd1134a95a12" providerId="LiveId" clId="{5DF4DC73-FC7B-4A2A-9ADA-958683CA12F9}" dt="2026-09-05T17:31:53.903" v="173" actId="478"/>
          <ac:picMkLst>
            <pc:docMk/>
            <pc:sldMk cId="1421522261" sldId="346"/>
            <ac:picMk id="9" creationId="{722BC7A2-DB1B-1A8A-1FB3-33FBE33060A8}"/>
          </ac:picMkLst>
        </pc:picChg>
        <pc:picChg chg="add mod">
          <ac:chgData name="Bhavya sri seereddy" userId="e781fd1134a95a12" providerId="LiveId" clId="{5DF4DC73-FC7B-4A2A-9ADA-958683CA12F9}" dt="2026-09-05T17:52:01.183" v="311" actId="14100"/>
          <ac:picMkLst>
            <pc:docMk/>
            <pc:sldMk cId="1421522261" sldId="346"/>
            <ac:picMk id="13" creationId="{01B842AE-7598-D3CE-499C-341326482C1B}"/>
          </ac:picMkLst>
        </pc:picChg>
        <pc:picChg chg="add mod">
          <ac:chgData name="Bhavya sri seereddy" userId="e781fd1134a95a12" providerId="LiveId" clId="{5DF4DC73-FC7B-4A2A-9ADA-958683CA12F9}" dt="2026-09-05T17:52:25.308" v="317" actId="1076"/>
          <ac:picMkLst>
            <pc:docMk/>
            <pc:sldMk cId="1421522261" sldId="346"/>
            <ac:picMk id="15" creationId="{5E91CA1A-8B50-FCC4-0373-05A4BBFADAA5}"/>
          </ac:picMkLst>
        </pc:picChg>
      </pc:sldChg>
      <pc:sldMasterChg chg="modSldLayout">
        <pc:chgData name="Bhavya sri seereddy" userId="e781fd1134a95a12" providerId="LiveId" clId="{5DF4DC73-FC7B-4A2A-9ADA-958683CA12F9}" dt="2026-09-05T17:30:06.051" v="160" actId="478"/>
        <pc:sldMasterMkLst>
          <pc:docMk/>
          <pc:sldMasterMk cId="3064259027" sldId="2147483747"/>
        </pc:sldMasterMkLst>
        <pc:sldLayoutChg chg="delSp mod">
          <pc:chgData name="Bhavya sri seereddy" userId="e781fd1134a95a12" providerId="LiveId" clId="{5DF4DC73-FC7B-4A2A-9ADA-958683CA12F9}" dt="2026-09-05T17:30:06.051" v="160" actId="478"/>
          <pc:sldLayoutMkLst>
            <pc:docMk/>
            <pc:sldMasterMk cId="3064259027" sldId="2147483747"/>
            <pc:sldLayoutMk cId="1591254852" sldId="2147483766"/>
          </pc:sldLayoutMkLst>
          <pc:spChg chg="del">
            <ac:chgData name="Bhavya sri seereddy" userId="e781fd1134a95a12" providerId="LiveId" clId="{5DF4DC73-FC7B-4A2A-9ADA-958683CA12F9}" dt="2026-09-05T17:30:06.051" v="160" actId="478"/>
            <ac:spMkLst>
              <pc:docMk/>
              <pc:sldMasterMk cId="3064259027" sldId="2147483747"/>
              <pc:sldLayoutMk cId="1591254852" sldId="2147483766"/>
              <ac:spMk id="21" creationId="{1D07EC8A-6024-4DEA-9C4D-AE4228E17854}"/>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37631" y="3706247"/>
            <a:ext cx="4276964" cy="960584"/>
          </a:xfrm>
        </p:spPr>
        <p:txBody>
          <a:bodyPr vert="horz" lIns="91440" tIns="45720" rIns="91440" bIns="45720" rtlCol="0" anchor="t">
            <a:normAutofit fontScale="92500"/>
          </a:bodyPr>
          <a:lstStyle/>
          <a:p>
            <a:pPr algn="r"/>
            <a:r>
              <a:rPr lang="en-IN" b="0" dirty="0">
                <a:solidFill>
                  <a:schemeClr val="tx1"/>
                </a:solidFill>
              </a:rPr>
              <a:t>Seereddy Bhavya sri</a:t>
            </a:r>
          </a:p>
          <a:p>
            <a:pPr algn="r"/>
            <a:r>
              <a:rPr lang="en-IN" b="0" dirty="0">
                <a:solidFill>
                  <a:schemeClr val="tx1"/>
                </a:solidFill>
              </a:rPr>
              <a:t>Sir C R Reddy College Of Engineering</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2594817"/>
            <a:ext cx="5112837" cy="1111430"/>
          </a:xfrm>
        </p:spPr>
        <p:txBody>
          <a:bodyPr>
            <a:normAutofit/>
          </a:bodyPr>
          <a:lstStyle/>
          <a:p>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85348" y="4564194"/>
            <a:ext cx="3381531" cy="369332"/>
          </a:xfrm>
          <a:prstGeom prst="rect">
            <a:avLst/>
          </a:prstGeom>
          <a:noFill/>
        </p:spPr>
        <p:txBody>
          <a:bodyPr wrap="square" rtlCol="0">
            <a:spAutoFit/>
          </a:bodyPr>
          <a:lstStyle/>
          <a:p>
            <a:r>
              <a:rPr lang="en-IN" dirty="0"/>
              <a:t>STU6a68e45d46f8f1785259101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85000" lnSpcReduction="20000"/>
          </a:bodyPr>
          <a:lstStyle/>
          <a:p>
            <a:pPr>
              <a:lnSpc>
                <a:spcPct val="100000"/>
              </a:lnSpc>
            </a:pPr>
            <a:r>
              <a:rPr lang="en-IN" sz="2800" dirty="0"/>
              <a:t>Agriculture performance varies across seasons due to differences in environmental conditions, farming practices, resource usage, and economic factors. However, it is difficult to clearly understand how these factors influence agricultural performance across different seasons and regions. This project aims to </a:t>
            </a:r>
            <a:r>
              <a:rPr lang="en-IN" sz="2800" dirty="0" err="1"/>
              <a:t>analyze</a:t>
            </a:r>
            <a:r>
              <a:rPr lang="en-IN" sz="2800" dirty="0"/>
              <a:t> the dataset to identify meaningful seasonal patterns, trends, relationships, and variations in crop yield, resource utilization, and economic performance.</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F772D276-E1F3-F75E-C433-F0C54F8FCEF2}"/>
              </a:ext>
            </a:extLst>
          </p:cNvPr>
          <p:cNvSpPr txBox="1"/>
          <p:nvPr/>
        </p:nvSpPr>
        <p:spPr>
          <a:xfrm>
            <a:off x="2509935" y="2472612"/>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1919326"/>
          </a:xfrm>
        </p:spPr>
        <p:txBody>
          <a:bodyPr>
            <a:noAutofit/>
          </a:bodyPr>
          <a:lstStyle/>
          <a:p>
            <a:r>
              <a:rPr lang="en-GB" sz="4300" dirty="0"/>
              <a:t>Project Description</a:t>
            </a:r>
            <a:br>
              <a:rPr lang="en-GB" sz="4300" dirty="0"/>
            </a:br>
            <a:br>
              <a:rPr lang="en-GB" sz="1100" dirty="0"/>
            </a:br>
            <a:r>
              <a:rPr lang="en-IN" sz="2000" b="0" dirty="0">
                <a:latin typeface="+mn-lt"/>
              </a:rPr>
              <a:t>This project focuses on </a:t>
            </a:r>
            <a:r>
              <a:rPr lang="en-IN" sz="2000" b="0" dirty="0" err="1">
                <a:latin typeface="+mn-lt"/>
              </a:rPr>
              <a:t>analyzing</a:t>
            </a:r>
            <a:r>
              <a:rPr lang="en-IN" sz="2000" b="0" dirty="0">
                <a:latin typeface="+mn-lt"/>
              </a:rPr>
              <a:t> agricultural performance across different seasons, crops, regions, and farming conditions. The dataset contains information on environmental factors, farming practices, resource usage, crop yield, production, market price, revenue, cost, and profit.</a:t>
            </a:r>
            <a:br>
              <a:rPr lang="en-IN" sz="2000" b="0" dirty="0">
                <a:latin typeface="+mn-lt"/>
              </a:rPr>
            </a:br>
            <a:r>
              <a:rPr lang="en-IN" sz="2000" b="0" dirty="0">
                <a:latin typeface="+mn-lt"/>
              </a:rPr>
              <a:t>The analysis involves data cleaning, descriptive statistics, visualization, correlation analysis, seasonal comparisons, and student-driven analyses to identify meaningful patterns and relationships. The findings help understand variations in agricultural performance and support data-driven recommendations for seasonal planning, resource management, and crop selection.</a:t>
            </a:r>
            <a:br>
              <a:rPr lang="en-IN" sz="2400" b="0" dirty="0">
                <a:latin typeface="+mn-lt"/>
              </a:rPr>
            </a:br>
            <a:br>
              <a:rPr lang="en-GB" sz="1100" dirty="0"/>
            </a:br>
            <a:endParaRPr lang="en-IN" sz="11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534747" y="2023291"/>
            <a:ext cx="7904481" cy="3990023"/>
          </a:xfrm>
        </p:spPr>
        <p:txBody>
          <a:bodyPr>
            <a:normAutofit fontScale="70000" lnSpcReduction="20000"/>
          </a:bodyPr>
          <a:lstStyle/>
          <a:p>
            <a:pPr lvl="0"/>
            <a:r>
              <a:rPr lang="en-IN" sz="3600" b="1" dirty="0"/>
              <a:t>Farmers</a:t>
            </a:r>
            <a:r>
              <a:rPr lang="en-IN" sz="3600" dirty="0"/>
              <a:t> – for seasonal and crop performance insights. </a:t>
            </a:r>
          </a:p>
          <a:p>
            <a:pPr lvl="0"/>
            <a:r>
              <a:rPr lang="en-IN" sz="3600" b="1" dirty="0"/>
              <a:t>Agricultural Planners</a:t>
            </a:r>
            <a:r>
              <a:rPr lang="en-IN" sz="3600" dirty="0"/>
              <a:t> – for seasonal planning and resource management. </a:t>
            </a:r>
          </a:p>
          <a:p>
            <a:pPr lvl="0"/>
            <a:r>
              <a:rPr lang="en-IN" sz="3600" b="1" dirty="0"/>
              <a:t>Agricultural Researchers</a:t>
            </a:r>
            <a:r>
              <a:rPr lang="en-IN" sz="3600" dirty="0"/>
              <a:t> – for studying crop and environmental patterns. </a:t>
            </a:r>
          </a:p>
          <a:p>
            <a:pPr lvl="0"/>
            <a:r>
              <a:rPr lang="en-IN" sz="3600" b="1" dirty="0"/>
              <a:t>Agribusiness Stakeholders</a:t>
            </a:r>
            <a:r>
              <a:rPr lang="en-IN" sz="3600" dirty="0"/>
              <a:t> – for understanding crop profitability and market performance. </a:t>
            </a:r>
          </a:p>
          <a:p>
            <a:pPr lvl="0"/>
            <a:r>
              <a:rPr lang="en-IN" sz="3600" b="1" dirty="0"/>
              <a:t>Policy Makers</a:t>
            </a:r>
            <a:r>
              <a:rPr lang="en-IN" sz="3600" dirty="0"/>
              <a:t> – for supporting data-driven agricultural decisions.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660399" y="1703148"/>
            <a:ext cx="9027702" cy="5243448"/>
          </a:xfrm>
        </p:spPr>
        <p:txBody>
          <a:bodyPr/>
          <a:lstStyle/>
          <a:p>
            <a:pPr lvl="0"/>
            <a:r>
              <a:rPr lang="en-IN" b="1" dirty="0"/>
              <a:t>Python</a:t>
            </a:r>
            <a:r>
              <a:rPr lang="en-IN" dirty="0"/>
              <a:t> </a:t>
            </a:r>
          </a:p>
          <a:p>
            <a:pPr lvl="0"/>
            <a:r>
              <a:rPr lang="en-IN" b="1" dirty="0"/>
              <a:t>Pandas</a:t>
            </a:r>
            <a:r>
              <a:rPr lang="en-IN" dirty="0"/>
              <a:t> — Data Cleaning &amp; Analysis </a:t>
            </a:r>
          </a:p>
          <a:p>
            <a:pPr lvl="0"/>
            <a:r>
              <a:rPr lang="en-IN" b="1" dirty="0"/>
              <a:t>NumPy</a:t>
            </a:r>
            <a:r>
              <a:rPr lang="en-IN" dirty="0"/>
              <a:t> — Numerical Computation </a:t>
            </a:r>
          </a:p>
          <a:p>
            <a:pPr lvl="0"/>
            <a:r>
              <a:rPr lang="en-IN" b="1" dirty="0"/>
              <a:t>Matplotlib &amp; Seaborn</a:t>
            </a:r>
            <a:r>
              <a:rPr lang="en-IN" dirty="0"/>
              <a:t> — Data Visualization </a:t>
            </a:r>
          </a:p>
          <a:p>
            <a:pPr lvl="0"/>
            <a:r>
              <a:rPr lang="en-IN" b="1" dirty="0"/>
              <a:t>Google </a:t>
            </a:r>
            <a:r>
              <a:rPr lang="en-IN" b="1" dirty="0" err="1"/>
              <a:t>Colab</a:t>
            </a:r>
            <a:r>
              <a:rPr lang="en-IN" dirty="0"/>
              <a:t> — Development Environment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797834" y="1478010"/>
            <a:ext cx="4275138" cy="477520"/>
          </a:xfrm>
        </p:spPr>
        <p:txBody>
          <a:bodyPr vert="horz" lIns="91440" tIns="45720" rIns="91440" bIns="45720" rtlCol="0" anchor="t">
            <a:normAutofit/>
          </a:bodyPr>
          <a:lstStyle/>
          <a:p>
            <a:pPr marL="0" indent="0">
              <a:buNone/>
            </a:pPr>
            <a:r>
              <a:rPr lang="en-IN" dirty="0"/>
              <a:t>Yield Distribution Across Seasons</a:t>
            </a:r>
          </a:p>
        </p:txBody>
      </p:sp>
      <p:pic>
        <p:nvPicPr>
          <p:cNvPr id="3" name="Picture 2">
            <a:extLst>
              <a:ext uri="{FF2B5EF4-FFF2-40B4-BE49-F238E27FC236}">
                <a16:creationId xmlns:a16="http://schemas.microsoft.com/office/drawing/2014/main" id="{CA63FDFA-59FD-2BC1-2391-5DDA7F9791CE}"/>
              </a:ext>
            </a:extLst>
          </p:cNvPr>
          <p:cNvPicPr>
            <a:picLocks noChangeAspect="1"/>
          </p:cNvPicPr>
          <p:nvPr/>
        </p:nvPicPr>
        <p:blipFill>
          <a:blip r:embed="rId3"/>
          <a:stretch>
            <a:fillRect/>
          </a:stretch>
        </p:blipFill>
        <p:spPr>
          <a:xfrm>
            <a:off x="185603" y="2015234"/>
            <a:ext cx="4557008" cy="2997499"/>
          </a:xfrm>
          <a:prstGeom prst="rect">
            <a:avLst/>
          </a:prstGeom>
        </p:spPr>
      </p:pic>
      <p:pic>
        <p:nvPicPr>
          <p:cNvPr id="9" name="Picture 8">
            <a:extLst>
              <a:ext uri="{FF2B5EF4-FFF2-40B4-BE49-F238E27FC236}">
                <a16:creationId xmlns:a16="http://schemas.microsoft.com/office/drawing/2014/main" id="{6B6A2D8D-ABF5-C6C7-7C79-94EF741735C3}"/>
              </a:ext>
            </a:extLst>
          </p:cNvPr>
          <p:cNvPicPr>
            <a:picLocks noChangeAspect="1"/>
          </p:cNvPicPr>
          <p:nvPr/>
        </p:nvPicPr>
        <p:blipFill>
          <a:blip r:embed="rId4"/>
          <a:stretch>
            <a:fillRect/>
          </a:stretch>
        </p:blipFill>
        <p:spPr>
          <a:xfrm>
            <a:off x="4817254" y="2354906"/>
            <a:ext cx="5035871" cy="2465427"/>
          </a:xfrm>
          <a:prstGeom prst="rect">
            <a:avLst/>
          </a:prstGeom>
        </p:spPr>
      </p:pic>
      <p:sp>
        <p:nvSpPr>
          <p:cNvPr id="11" name="TextBox 10">
            <a:extLst>
              <a:ext uri="{FF2B5EF4-FFF2-40B4-BE49-F238E27FC236}">
                <a16:creationId xmlns:a16="http://schemas.microsoft.com/office/drawing/2014/main" id="{349631DB-BE6D-22B1-93BF-5E635E296BD7}"/>
              </a:ext>
            </a:extLst>
          </p:cNvPr>
          <p:cNvSpPr txBox="1"/>
          <p:nvPr/>
        </p:nvSpPr>
        <p:spPr>
          <a:xfrm>
            <a:off x="5510458" y="1457462"/>
            <a:ext cx="4029245" cy="400110"/>
          </a:xfrm>
          <a:prstGeom prst="rect">
            <a:avLst/>
          </a:prstGeom>
          <a:noFill/>
        </p:spPr>
        <p:txBody>
          <a:bodyPr wrap="none" rtlCol="0">
            <a:spAutoFit/>
          </a:bodyPr>
          <a:lstStyle/>
          <a:p>
            <a:r>
              <a:rPr lang="en-IN" sz="2000" dirty="0"/>
              <a:t>Average Yield by Crop and Season</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5441347" y="1462323"/>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2000" dirty="0"/>
              <a:t>Temperature vs Yield</a:t>
            </a:r>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1720473" y="1483907"/>
            <a:ext cx="4275138" cy="477520"/>
          </a:xfrm>
        </p:spPr>
        <p:txBody>
          <a:bodyPr/>
          <a:lstStyle/>
          <a:p>
            <a:pPr marL="0" indent="0">
              <a:buNone/>
            </a:pPr>
            <a:r>
              <a:rPr lang="en-IN" dirty="0"/>
              <a:t>Rainfall vs Yield</a:t>
            </a:r>
          </a:p>
        </p:txBody>
      </p:sp>
      <p:pic>
        <p:nvPicPr>
          <p:cNvPr id="3" name="Picture 2">
            <a:extLst>
              <a:ext uri="{FF2B5EF4-FFF2-40B4-BE49-F238E27FC236}">
                <a16:creationId xmlns:a16="http://schemas.microsoft.com/office/drawing/2014/main" id="{D53FB5C7-7B3E-7B7B-8818-0603D0098285}"/>
              </a:ext>
            </a:extLst>
          </p:cNvPr>
          <p:cNvPicPr>
            <a:picLocks noChangeAspect="1"/>
          </p:cNvPicPr>
          <p:nvPr/>
        </p:nvPicPr>
        <p:blipFill>
          <a:blip r:embed="rId3"/>
          <a:stretch>
            <a:fillRect/>
          </a:stretch>
        </p:blipFill>
        <p:spPr>
          <a:xfrm>
            <a:off x="441465" y="2314266"/>
            <a:ext cx="4447776" cy="2813999"/>
          </a:xfrm>
          <a:prstGeom prst="rect">
            <a:avLst/>
          </a:prstGeom>
        </p:spPr>
      </p:pic>
      <p:pic>
        <p:nvPicPr>
          <p:cNvPr id="9" name="Picture 8">
            <a:extLst>
              <a:ext uri="{FF2B5EF4-FFF2-40B4-BE49-F238E27FC236}">
                <a16:creationId xmlns:a16="http://schemas.microsoft.com/office/drawing/2014/main" id="{8BCBA181-37DC-199D-A44B-6015D435C5FA}"/>
              </a:ext>
            </a:extLst>
          </p:cNvPr>
          <p:cNvPicPr>
            <a:picLocks noChangeAspect="1"/>
          </p:cNvPicPr>
          <p:nvPr/>
        </p:nvPicPr>
        <p:blipFill>
          <a:blip r:embed="rId4"/>
          <a:stretch>
            <a:fillRect/>
          </a:stretch>
        </p:blipFill>
        <p:spPr>
          <a:xfrm>
            <a:off x="4889241" y="2238213"/>
            <a:ext cx="4447775" cy="2890052"/>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1385662" y="1463929"/>
            <a:ext cx="4275138" cy="477520"/>
          </a:xfrm>
        </p:spPr>
        <p:txBody>
          <a:bodyPr/>
          <a:lstStyle/>
          <a:p>
            <a:pPr marL="0" indent="0">
              <a:buNone/>
            </a:pPr>
            <a:r>
              <a:rPr lang="en-IN" dirty="0"/>
              <a:t>Yield by Irrigation Method</a:t>
            </a:r>
          </a:p>
        </p:txBody>
      </p:sp>
      <p:pic>
        <p:nvPicPr>
          <p:cNvPr id="3" name="Picture 2">
            <a:extLst>
              <a:ext uri="{FF2B5EF4-FFF2-40B4-BE49-F238E27FC236}">
                <a16:creationId xmlns:a16="http://schemas.microsoft.com/office/drawing/2014/main" id="{D58BAAC1-79D8-3E10-DD80-0B7DBC599E2B}"/>
              </a:ext>
            </a:extLst>
          </p:cNvPr>
          <p:cNvPicPr>
            <a:picLocks noChangeAspect="1"/>
          </p:cNvPicPr>
          <p:nvPr/>
        </p:nvPicPr>
        <p:blipFill>
          <a:blip r:embed="rId3"/>
          <a:stretch>
            <a:fillRect/>
          </a:stretch>
        </p:blipFill>
        <p:spPr>
          <a:xfrm>
            <a:off x="320982" y="2065535"/>
            <a:ext cx="4575481" cy="3262245"/>
          </a:xfrm>
          <a:prstGeom prst="rect">
            <a:avLst/>
          </a:prstGeom>
        </p:spPr>
      </p:pic>
      <p:pic>
        <p:nvPicPr>
          <p:cNvPr id="9" name="Picture 8">
            <a:extLst>
              <a:ext uri="{FF2B5EF4-FFF2-40B4-BE49-F238E27FC236}">
                <a16:creationId xmlns:a16="http://schemas.microsoft.com/office/drawing/2014/main" id="{8FE1CEEA-2AE6-F3AC-7E00-7E7B06E989D2}"/>
              </a:ext>
            </a:extLst>
          </p:cNvPr>
          <p:cNvPicPr>
            <a:picLocks noChangeAspect="1"/>
          </p:cNvPicPr>
          <p:nvPr/>
        </p:nvPicPr>
        <p:blipFill>
          <a:blip r:embed="rId4"/>
          <a:stretch>
            <a:fillRect/>
          </a:stretch>
        </p:blipFill>
        <p:spPr>
          <a:xfrm>
            <a:off x="4991591" y="2401891"/>
            <a:ext cx="4607895" cy="2514661"/>
          </a:xfrm>
          <a:prstGeom prst="rect">
            <a:avLst/>
          </a:prstGeom>
        </p:spPr>
      </p:pic>
      <p:sp>
        <p:nvSpPr>
          <p:cNvPr id="11" name="TextBox 10">
            <a:extLst>
              <a:ext uri="{FF2B5EF4-FFF2-40B4-BE49-F238E27FC236}">
                <a16:creationId xmlns:a16="http://schemas.microsoft.com/office/drawing/2014/main" id="{B1AA1004-3AD6-171B-2C3C-F2FD95544AB8}"/>
              </a:ext>
            </a:extLst>
          </p:cNvPr>
          <p:cNvSpPr txBox="1"/>
          <p:nvPr/>
        </p:nvSpPr>
        <p:spPr>
          <a:xfrm>
            <a:off x="5950812" y="1347928"/>
            <a:ext cx="3015954" cy="1015663"/>
          </a:xfrm>
          <a:prstGeom prst="rect">
            <a:avLst/>
          </a:prstGeom>
          <a:noFill/>
        </p:spPr>
        <p:txBody>
          <a:bodyPr wrap="none" rtlCol="0">
            <a:spAutoFit/>
          </a:bodyPr>
          <a:lstStyle/>
          <a:p>
            <a:r>
              <a:rPr lang="en-IN" sz="2000" dirty="0"/>
              <a:t>Average Water Usage by </a:t>
            </a:r>
          </a:p>
          <a:p>
            <a:r>
              <a:rPr lang="en-IN" sz="2000" dirty="0"/>
              <a:t>   Irrigation Method</a:t>
            </a:r>
          </a:p>
          <a:p>
            <a:endParaRPr lang="en-IN" sz="2000"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5627982" y="1481019"/>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sz="2000" dirty="0"/>
              <a:t>Fertilizer Usage vs Yield</a:t>
            </a:r>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1742336" y="1493510"/>
            <a:ext cx="4275138" cy="477520"/>
          </a:xfrm>
        </p:spPr>
        <p:txBody>
          <a:bodyPr/>
          <a:lstStyle/>
          <a:p>
            <a:pPr marL="0" indent="0">
              <a:buNone/>
            </a:pPr>
            <a:r>
              <a:rPr lang="en-IN" dirty="0"/>
              <a:t>Yield vs Profit</a:t>
            </a:r>
          </a:p>
        </p:txBody>
      </p:sp>
      <p:pic>
        <p:nvPicPr>
          <p:cNvPr id="3" name="Picture 2">
            <a:extLst>
              <a:ext uri="{FF2B5EF4-FFF2-40B4-BE49-F238E27FC236}">
                <a16:creationId xmlns:a16="http://schemas.microsoft.com/office/drawing/2014/main" id="{CB58EC97-91B3-4FF1-3082-D8033957ED53}"/>
              </a:ext>
            </a:extLst>
          </p:cNvPr>
          <p:cNvPicPr>
            <a:picLocks noChangeAspect="1"/>
          </p:cNvPicPr>
          <p:nvPr/>
        </p:nvPicPr>
        <p:blipFill>
          <a:blip r:embed="rId3"/>
          <a:stretch>
            <a:fillRect/>
          </a:stretch>
        </p:blipFill>
        <p:spPr>
          <a:xfrm>
            <a:off x="308356" y="2276939"/>
            <a:ext cx="4418968" cy="3013193"/>
          </a:xfrm>
          <a:prstGeom prst="rect">
            <a:avLst/>
          </a:prstGeom>
        </p:spPr>
      </p:pic>
      <p:pic>
        <p:nvPicPr>
          <p:cNvPr id="9" name="Picture 8">
            <a:extLst>
              <a:ext uri="{FF2B5EF4-FFF2-40B4-BE49-F238E27FC236}">
                <a16:creationId xmlns:a16="http://schemas.microsoft.com/office/drawing/2014/main" id="{3CD095C7-096B-E75F-9FB8-78880B4BBCC4}"/>
              </a:ext>
            </a:extLst>
          </p:cNvPr>
          <p:cNvPicPr>
            <a:picLocks noChangeAspect="1"/>
          </p:cNvPicPr>
          <p:nvPr/>
        </p:nvPicPr>
        <p:blipFill>
          <a:blip r:embed="rId4"/>
          <a:stretch>
            <a:fillRect/>
          </a:stretch>
        </p:blipFill>
        <p:spPr>
          <a:xfrm>
            <a:off x="4933012" y="2323164"/>
            <a:ext cx="4528228" cy="2966968"/>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15956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1441646" y="1458665"/>
            <a:ext cx="4275138" cy="477520"/>
          </a:xfrm>
        </p:spPr>
        <p:txBody>
          <a:bodyPr/>
          <a:lstStyle/>
          <a:p>
            <a:pPr marL="0" indent="0">
              <a:buNone/>
            </a:pPr>
            <a:r>
              <a:rPr lang="en-IN" dirty="0"/>
              <a:t>Average Profit by Crop</a:t>
            </a:r>
          </a:p>
        </p:txBody>
      </p:sp>
      <p:pic>
        <p:nvPicPr>
          <p:cNvPr id="13" name="Picture 12">
            <a:extLst>
              <a:ext uri="{FF2B5EF4-FFF2-40B4-BE49-F238E27FC236}">
                <a16:creationId xmlns:a16="http://schemas.microsoft.com/office/drawing/2014/main" id="{01B842AE-7598-D3CE-499C-341326482C1B}"/>
              </a:ext>
            </a:extLst>
          </p:cNvPr>
          <p:cNvPicPr>
            <a:picLocks noChangeAspect="1"/>
          </p:cNvPicPr>
          <p:nvPr/>
        </p:nvPicPr>
        <p:blipFill>
          <a:blip r:embed="rId3"/>
          <a:stretch>
            <a:fillRect/>
          </a:stretch>
        </p:blipFill>
        <p:spPr>
          <a:xfrm>
            <a:off x="242595" y="2226263"/>
            <a:ext cx="4737773" cy="2879361"/>
          </a:xfrm>
          <a:prstGeom prst="rect">
            <a:avLst/>
          </a:prstGeom>
        </p:spPr>
      </p:pic>
      <p:pic>
        <p:nvPicPr>
          <p:cNvPr id="15" name="Picture 14">
            <a:extLst>
              <a:ext uri="{FF2B5EF4-FFF2-40B4-BE49-F238E27FC236}">
                <a16:creationId xmlns:a16="http://schemas.microsoft.com/office/drawing/2014/main" id="{5E91CA1A-8B50-FCC4-0373-05A4BBFADAA5}"/>
              </a:ext>
            </a:extLst>
          </p:cNvPr>
          <p:cNvPicPr>
            <a:picLocks noChangeAspect="1"/>
          </p:cNvPicPr>
          <p:nvPr/>
        </p:nvPicPr>
        <p:blipFill>
          <a:blip r:embed="rId4"/>
          <a:stretch>
            <a:fillRect/>
          </a:stretch>
        </p:blipFill>
        <p:spPr>
          <a:xfrm>
            <a:off x="4980368" y="2328900"/>
            <a:ext cx="4808438" cy="2879361"/>
          </a:xfrm>
          <a:prstGeom prst="rect">
            <a:avLst/>
          </a:prstGeom>
        </p:spPr>
      </p:pic>
      <p:sp>
        <p:nvSpPr>
          <p:cNvPr id="16" name="TextBox 15">
            <a:extLst>
              <a:ext uri="{FF2B5EF4-FFF2-40B4-BE49-F238E27FC236}">
                <a16:creationId xmlns:a16="http://schemas.microsoft.com/office/drawing/2014/main" id="{921CC700-AC0E-DDF7-68D5-68F496824A1A}"/>
              </a:ext>
            </a:extLst>
          </p:cNvPr>
          <p:cNvSpPr txBox="1"/>
          <p:nvPr/>
        </p:nvSpPr>
        <p:spPr>
          <a:xfrm>
            <a:off x="6204857" y="1458665"/>
            <a:ext cx="2745239" cy="707886"/>
          </a:xfrm>
          <a:prstGeom prst="rect">
            <a:avLst/>
          </a:prstGeom>
          <a:noFill/>
        </p:spPr>
        <p:txBody>
          <a:bodyPr wrap="none" rtlCol="0">
            <a:spAutoFit/>
          </a:bodyPr>
          <a:lstStyle/>
          <a:p>
            <a:r>
              <a:rPr lang="en-IN" sz="2000" dirty="0"/>
              <a:t>Average Yield by State</a:t>
            </a:r>
          </a:p>
          <a:p>
            <a:endParaRPr lang="en-IN" sz="2000"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510812" y="1645959"/>
            <a:ext cx="8661180" cy="3523199"/>
          </a:xfrm>
          <a:prstGeom prst="rect">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IN" sz="2400" dirty="0"/>
              <a:t>• </a:t>
            </a:r>
            <a:r>
              <a:rPr lang="en-IN" sz="2400" b="1" dirty="0"/>
              <a:t>Predictive Analysis</a:t>
            </a:r>
            <a:r>
              <a:rPr lang="en-IN" sz="2400" dirty="0"/>
              <a:t> – Use machine learning to predict       crop yield and profitability.</a:t>
            </a:r>
          </a:p>
          <a:p>
            <a:pPr algn="l"/>
            <a:r>
              <a:rPr lang="en-IN" sz="2400" dirty="0"/>
              <a:t>• </a:t>
            </a:r>
            <a:r>
              <a:rPr lang="en-IN" sz="2400" b="1" dirty="0"/>
              <a:t>More Data</a:t>
            </a:r>
            <a:r>
              <a:rPr lang="en-IN" sz="2400" dirty="0"/>
              <a:t> – Include more years, regions, crops, and weather information.</a:t>
            </a:r>
          </a:p>
          <a:p>
            <a:pPr algn="l"/>
            <a:r>
              <a:rPr lang="en-IN" sz="2400" dirty="0"/>
              <a:t>• </a:t>
            </a:r>
            <a:r>
              <a:rPr lang="en-IN" sz="2400" b="1" dirty="0"/>
              <a:t>Advanced Analysis</a:t>
            </a:r>
            <a:r>
              <a:rPr lang="en-IN" sz="2400" dirty="0"/>
              <a:t> – Study the combined effect of environment, irrigation, and farming practices.</a:t>
            </a:r>
          </a:p>
          <a:p>
            <a:pPr algn="l"/>
            <a:r>
              <a:rPr lang="en-IN" sz="2400" dirty="0"/>
              <a:t>• </a:t>
            </a:r>
            <a:r>
              <a:rPr lang="en-IN" sz="2400" b="1" dirty="0"/>
              <a:t>Decision Support</a:t>
            </a:r>
            <a:r>
              <a:rPr lang="en-IN" sz="2400" dirty="0"/>
              <a:t> – Develop tools for crop selection, resource planning, and seasonal decisions.</a:t>
            </a:r>
          </a:p>
          <a:p>
            <a:pPr lvl="0" algn="l"/>
            <a:endParaRPr lang="en-IN" sz="24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E557538-AFAE-3935-D76D-1FA5BD10B05F}"/>
              </a:ext>
            </a:extLst>
          </p:cNvPr>
          <p:cNvPicPr>
            <a:picLocks noChangeAspect="1"/>
          </p:cNvPicPr>
          <p:nvPr/>
        </p:nvPicPr>
        <p:blipFill>
          <a:blip r:embed="rId3"/>
          <a:stretch>
            <a:fillRect/>
          </a:stretch>
        </p:blipFill>
        <p:spPr>
          <a:xfrm>
            <a:off x="701109" y="1608410"/>
            <a:ext cx="6988146" cy="484674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608942" y="2373163"/>
            <a:ext cx="11340000" cy="700114"/>
          </a:xfrm>
          <a:prstGeom prst="rect">
            <a:avLst/>
          </a:prstGeom>
        </p:spPr>
        <p:txBody>
          <a:bodyPr anchor="ctr">
            <a:noAutofit/>
          </a:bodyPr>
          <a:lstStyle/>
          <a:p>
            <a:pPr algn="ctr"/>
            <a:r>
              <a:rPr lang="en-US" sz="60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830579"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3830579" y="4925819"/>
            <a:ext cx="2391149" cy="1050173"/>
          </a:xfrm>
        </p:spPr>
        <p:txBody>
          <a:bodyPr>
            <a:noAutofit/>
          </a:bodyPr>
          <a:lstStyle/>
          <a:p>
            <a:r>
              <a:rPr lang="en-IN" sz="2400" dirty="0"/>
              <a:t>Presented by</a:t>
            </a:r>
          </a:p>
          <a:p>
            <a:r>
              <a:rPr lang="en-IN" sz="2400" dirty="0"/>
              <a:t>Bhavya sri</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672</TotalTime>
  <Words>407</Words>
  <Application>Microsoft Office PowerPoint</Application>
  <PresentationFormat>Widescreen</PresentationFormat>
  <Paragraphs>48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  This project focuses on analyzing agricultural performance across different seasons, crops, regions, and farming conditions. The dataset contains information on environmental factors, farming practices, resource usage, crop yield, production, market price, revenue, cost, and profit. The analysis involves data cleaning, descriptive statistics, visualization, correlation analysis, seasonal comparisons, and student-driven analyses to identify meaningful patterns and relationships. The findings help understand variations in agricultural performance and support data-driven recommendations for seasonal planning, resource management, and crop selection.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Bhavya sri seereddy</cp:lastModifiedBy>
  <cp:revision>97</cp:revision>
  <dcterms:created xsi:type="dcterms:W3CDTF">2021-07-11T13:13:15Z</dcterms:created>
  <dcterms:modified xsi:type="dcterms:W3CDTF">2026-09-05T18:32:35Z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